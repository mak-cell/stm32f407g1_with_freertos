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B734-B4F0-E3CE-495A-D7F28C4F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5D44A-6BFB-B808-629B-CD3B6090A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3F007-A67D-AA0E-F3AF-B099FAC5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20007-091E-C947-49BA-2F6E56C3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1F455-2F5F-7567-0C5D-C30D1F62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472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CCFD-7695-ACEA-735F-E8C02907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43E7D-05C5-7DDB-4374-28F1570B5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6970E-CDF9-50FB-E958-E3D951EC1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B4C05-1D0D-9415-430B-2AFF28BE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7CB25-F11E-1204-9BF6-CF55047A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53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F28BB-B3C7-FED4-8D77-A3D553F5C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D0334-8F9D-B027-6534-340E69349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CB81-20CE-4980-1833-036295460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C08EE-80B4-1E85-CF13-774D6D39A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4DB61-70ED-AB5C-0A7E-5967121F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134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7764-52F5-722F-3F34-C3DA13B7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23063-CA40-EBF8-BB32-210EEEF57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298D6-FCE7-6335-E226-52915021B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9CDA6-ED58-6B4F-844D-15453B88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716B5-756D-DE22-D2D0-C1EE40A1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30002-8832-CF67-20DE-8DFE63D0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43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A559-6053-AED8-5A6C-9AB03457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54EBA-BFF8-5066-582A-BEB6CDA8D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20028-A2CD-DEAC-A60F-71FCD8D43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C0822-A9C4-B3E7-AEC2-26C8138E4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F9A6D-48DE-3D0A-B98B-FF1AD54C2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64595-B94E-BA44-0C17-5230D143E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B46BB7-4C6B-F45C-D76E-CB191F4F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0A41D-316F-D113-21CD-5DADDDB1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28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702B-EC57-8F19-DE4C-76AA98B7A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94714-D294-D3FD-4BE7-21A9D55E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24F31-E758-E122-A00E-3E1383664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15E6E-BE44-FBA6-5824-EBC065B8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44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3DD85E-07CC-6F11-6F9E-DE4C7457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4BAC7-59EF-24F4-69C7-B84D236B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BF73D-BCBF-C5D9-5737-E28807F7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67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5585-ED21-C84E-525F-9F130A53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66E2-D558-5AA7-EBFC-12D3CABAF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BDB14-C7CD-B9D3-65C5-90C4B8BE7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EDC04-86D2-8EFF-B182-CEA4D187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415F3-1ACB-63AD-E4AC-02D5A30B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5ACA0-95CB-3B1D-0E00-DC4C5922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433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4E00-E72E-AC0C-78EE-882B2F813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640AC3-261E-A690-9F27-20F7D7D1D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ADF86-3B8F-013C-5F8A-1975352EF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66D39-BD8F-8D07-F0C4-C88AED04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B5103-7B72-1DC1-6B7E-6BA696B2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1B54E-DCB1-5954-AAF6-63021969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1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5F2EC-F090-9241-772C-236BE3784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8FE7F-21BA-4490-566D-DB7026053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3256C-8218-B3EE-F2C7-6259B2EA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B583B-100F-E759-6710-7C0A3FEC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8F1C5-4720-D9E9-8429-B0A4F8E4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127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02B952-F651-9313-533A-5BC82761D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EE7D5-17AF-899A-4D09-52D907E5B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1777F-AAD2-16A6-CF50-106DEE68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82199-6699-DF47-6A7A-B1491781B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13388-2999-5A11-1570-926D6582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83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6F468-7D46-22EE-C506-A8A7F5AE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AFE1C-6C8A-0BFD-F3D2-BE574B15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C98B4-E7CB-2177-0E33-B43CD7338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B1D72-BCDD-40F1-8B25-CC81270D1389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421D6-A6EC-219A-0932-61B89A95F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3ADB7-3D63-291D-9508-C6DC261D0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CB31E-3791-48E7-965C-C7922C69C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522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505A19-4EF6-5945-11DB-84C5025E93F5}"/>
              </a:ext>
            </a:extLst>
          </p:cNvPr>
          <p:cNvSpPr/>
          <p:nvPr/>
        </p:nvSpPr>
        <p:spPr>
          <a:xfrm>
            <a:off x="1228725" y="1085850"/>
            <a:ext cx="3114675" cy="2657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STM32F407 DISC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86B49-38D7-DB20-CD6B-C5B98BAE54D9}"/>
              </a:ext>
            </a:extLst>
          </p:cNvPr>
          <p:cNvSpPr/>
          <p:nvPr/>
        </p:nvSpPr>
        <p:spPr>
          <a:xfrm>
            <a:off x="6574536" y="1085850"/>
            <a:ext cx="2139696" cy="8069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Temperature Sensor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80CC3-BD91-072B-DB89-F965DB4012C6}"/>
              </a:ext>
            </a:extLst>
          </p:cNvPr>
          <p:cNvSpPr/>
          <p:nvPr/>
        </p:nvSpPr>
        <p:spPr>
          <a:xfrm>
            <a:off x="6574536" y="2280666"/>
            <a:ext cx="2139696" cy="8069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USB to UART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83D36-9BEC-7308-6889-2388E629D677}"/>
              </a:ext>
            </a:extLst>
          </p:cNvPr>
          <p:cNvSpPr/>
          <p:nvPr/>
        </p:nvSpPr>
        <p:spPr>
          <a:xfrm>
            <a:off x="6574536" y="4782312"/>
            <a:ext cx="2286000" cy="8069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NODEMCU/LCD/WEB API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676C0D-0E70-8568-7E63-D32BFB6F43E1}"/>
              </a:ext>
            </a:extLst>
          </p:cNvPr>
          <p:cNvCxnSpPr>
            <a:stCxn id="5" idx="1"/>
          </p:cNvCxnSpPr>
          <p:nvPr/>
        </p:nvCxnSpPr>
        <p:spPr>
          <a:xfrm flipH="1">
            <a:off x="4343400" y="1489329"/>
            <a:ext cx="22311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96E2FD-CC52-2740-659D-29D0C0361C1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343400" y="2684145"/>
            <a:ext cx="22311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372C0DE-7582-96DE-1128-680F0BCF3018}"/>
              </a:ext>
            </a:extLst>
          </p:cNvPr>
          <p:cNvCxnSpPr>
            <a:cxnSpLocks/>
            <a:stCxn id="4" idx="2"/>
            <a:endCxn id="7" idx="2"/>
          </p:cNvCxnSpPr>
          <p:nvPr/>
        </p:nvCxnSpPr>
        <p:spPr>
          <a:xfrm rot="16200000" flipH="1">
            <a:off x="4328827" y="2200560"/>
            <a:ext cx="1845945" cy="4931473"/>
          </a:xfrm>
          <a:prstGeom prst="bentConnector3">
            <a:avLst>
              <a:gd name="adj1" fmla="val 1123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668C45-DB42-5FE0-EBD0-98FD68726FB8}"/>
              </a:ext>
            </a:extLst>
          </p:cNvPr>
          <p:cNvSpPr txBox="1"/>
          <p:nvPr/>
        </p:nvSpPr>
        <p:spPr>
          <a:xfrm>
            <a:off x="4410602" y="5502400"/>
            <a:ext cx="14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DO LATER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726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89AF6-7EFD-CA09-8C59-06E52A84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D7D751-BF52-49EB-BE20-D73479556532}"/>
              </a:ext>
            </a:extLst>
          </p:cNvPr>
          <p:cNvSpPr txBox="1"/>
          <p:nvPr/>
        </p:nvSpPr>
        <p:spPr>
          <a:xfrm>
            <a:off x="1078992" y="1124712"/>
            <a:ext cx="4407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FreeRTOS</a:t>
            </a:r>
            <a:r>
              <a:rPr lang="en-US" dirty="0"/>
              <a:t> Tasks</a:t>
            </a:r>
          </a:p>
          <a:p>
            <a:pPr marL="342900" indent="-342900">
              <a:buAutoNum type="arabicPeriod"/>
            </a:pPr>
            <a:r>
              <a:rPr lang="en-US" dirty="0" err="1"/>
              <a:t>TemperatureHandleTask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ManagerTask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CommunicationHandleTask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CurrentTimeTask</a:t>
            </a:r>
            <a:r>
              <a:rPr lang="en-US"/>
              <a:t> (Later)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40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19D11B-9E5C-1722-7336-F9B60F270608}"/>
              </a:ext>
            </a:extLst>
          </p:cNvPr>
          <p:cNvSpPr txBox="1"/>
          <p:nvPr/>
        </p:nvSpPr>
        <p:spPr>
          <a:xfrm>
            <a:off x="841248" y="932688"/>
            <a:ext cx="324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Receive_ISR_VIA_pushButton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3774D-0D89-9C74-2F00-D9ADB5BF1706}"/>
              </a:ext>
            </a:extLst>
          </p:cNvPr>
          <p:cNvSpPr txBox="1"/>
          <p:nvPr/>
        </p:nvSpPr>
        <p:spPr>
          <a:xfrm>
            <a:off x="841248" y="1792224"/>
            <a:ext cx="422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temperature  -&gt; Validate Temperature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A17AF-AF97-D91E-7B5B-C6B056C074DC}"/>
              </a:ext>
            </a:extLst>
          </p:cNvPr>
          <p:cNvSpPr txBox="1"/>
          <p:nvPr/>
        </p:nvSpPr>
        <p:spPr>
          <a:xfrm>
            <a:off x="841248" y="2715768"/>
            <a:ext cx="3642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Populate to communications stack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631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41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LP713</dc:creator>
  <cp:lastModifiedBy>LP713</cp:lastModifiedBy>
  <cp:revision>2</cp:revision>
  <dcterms:created xsi:type="dcterms:W3CDTF">2026-02-22T02:27:48Z</dcterms:created>
  <dcterms:modified xsi:type="dcterms:W3CDTF">2026-02-22T02:42:45Z</dcterms:modified>
</cp:coreProperties>
</file>